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hDU3LzHSdWBwMt/2uU5LA3bduu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4684" y="2204864"/>
            <a:ext cx="7990656" cy="18746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ru-RU" sz="3600"/>
              <a:t>ОТЧЕТ</a:t>
            </a:r>
            <a:br>
              <a:rPr b="1" lang="ru-RU" sz="3600"/>
            </a:br>
            <a:r>
              <a:rPr b="1" lang="ru-RU" sz="3600"/>
              <a:t> ПО УЧЕБНОЙ ПРАКТИКЕ</a:t>
            </a:r>
            <a:br>
              <a:rPr b="1" lang="ru-RU" sz="3600"/>
            </a:br>
            <a:br>
              <a:rPr b="1" lang="ru-RU" sz="3600"/>
            </a:br>
            <a:r>
              <a:rPr b="1" lang="ru-RU" sz="2000"/>
              <a:t>ПМ. 04 СОПРОВОЖДЕНИЕ И ОБСЛУЖИВАНИЕ </a:t>
            </a:r>
            <a:br>
              <a:rPr b="1" lang="ru-RU" sz="2000"/>
            </a:br>
            <a:r>
              <a:rPr b="1" lang="ru-RU" sz="2000"/>
              <a:t>ПРОГРАММНОГО ОБЕСПЕЧЕНИЯ </a:t>
            </a:r>
            <a:br>
              <a:rPr b="1" lang="ru-RU" sz="2000"/>
            </a:br>
            <a:r>
              <a:rPr b="1" lang="ru-RU" sz="2000"/>
              <a:t>КОМПЬЮТЕРНЫХ СИСТЕМ </a:t>
            </a:r>
            <a:br>
              <a:rPr b="1" lang="ru-RU" sz="2000"/>
            </a:br>
            <a:r>
              <a:rPr b="1" lang="ru-RU" sz="2000"/>
              <a:t>УП. 04 УЧЕБНАЯ ПРАКТИКА</a:t>
            </a:r>
            <a:endParaRPr b="1" sz="3600"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6591488" y="4437112"/>
            <a:ext cx="2555776" cy="2232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rPr lang="ru-RU" sz="2000"/>
              <a:t>Выполнил студент 3 курса </a:t>
            </a:r>
            <a:endParaRPr sz="2000"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rPr lang="ru-RU" sz="2000"/>
              <a:t>Огорельцев Тимур</a:t>
            </a:r>
            <a:endParaRPr sz="2000"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rPr lang="ru-RU" sz="2000"/>
              <a:t>группы СИ132</a:t>
            </a:r>
            <a:endParaRPr sz="2000"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br>
              <a:rPr lang="ru-RU" sz="2000"/>
            </a:br>
            <a:endParaRPr sz="2000"/>
          </a:p>
        </p:txBody>
      </p:sp>
      <p:sp>
        <p:nvSpPr>
          <p:cNvPr id="86" name="Google Shape;86;p1"/>
          <p:cNvSpPr txBox="1"/>
          <p:nvPr/>
        </p:nvSpPr>
        <p:spPr>
          <a:xfrm>
            <a:off x="1619672" y="194400"/>
            <a:ext cx="6408712" cy="1261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ФГБОУ ВО «Глазовский государственный инженерно-педагогический Университет имени В.Г. Короленко»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2915816" y="5949280"/>
            <a:ext cx="35283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г. Глазов 2025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 sz="3600"/>
              <a:t>Цель</a:t>
            </a:r>
            <a:endParaRPr sz="3600"/>
          </a:p>
        </p:txBody>
      </p:sp>
      <p:sp>
        <p:nvSpPr>
          <p:cNvPr id="93" name="Google Shape;93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Настройка программного обеспечения для работы с оборудованием технопарка на примере модуля технического зрения TrackingCam v3 из комплекта «СТЕМ Академия Продвинутый».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 sz="3600"/>
              <a:t>Задачи</a:t>
            </a:r>
            <a:endParaRPr sz="3600"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Изучить и проанализировать учебное пособие по модулю технического зрения TrackingCam v3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Изучить и установить необходимое ПО для взаимодействия с модулем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Ознакомится с интерфейсом модуля технического зрения.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Ознакомится с ошибками модуля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Ознакомится со способом обновления системы модуля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 sz="3600"/>
              <a:t>Выполнение работы</a:t>
            </a:r>
            <a:endParaRPr sz="3600"/>
          </a:p>
        </p:txBody>
      </p:sp>
      <p:sp>
        <p:nvSpPr>
          <p:cNvPr id="105" name="Google Shape;105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sz="2800"/>
              <a:t>Изучение учебного пособия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sz="2800"/>
              <a:t>Поиск необходимого ПО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sz="2800"/>
              <a:t>Подключение к компьютеру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sz="2800"/>
              <a:t>Изучение интерфейса ПО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sz="2800"/>
              <a:t>Взаимодействие с файловым хранилищем модуля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sz="2800"/>
              <a:t>Изучение ошибок с подключением и их решение 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sz="2800"/>
              <a:t>Написание скрипта для удобного открытия сайта</a:t>
            </a:r>
            <a:br>
              <a:rPr lang="ru-RU"/>
            </a:b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 sz="3600"/>
              <a:t>Учебное пособие по TrackingCam v3</a:t>
            </a:r>
            <a:endParaRPr/>
          </a:p>
        </p:txBody>
      </p:sp>
      <p:sp>
        <p:nvSpPr>
          <p:cNvPr id="111" name="Google Shape;111;p5"/>
          <p:cNvSpPr txBox="1"/>
          <p:nvPr>
            <p:ph idx="1" type="body"/>
          </p:nvPr>
        </p:nvSpPr>
        <p:spPr>
          <a:xfrm>
            <a:off x="457200" y="1600201"/>
            <a:ext cx="4402832" cy="4349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Учебное пособие по модулю технического зрения предоставляет информацию по следующим областям: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Понятие  “Техническое зрение”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Подготовка модуля к работе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Обзор и функции ПО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Взаимодействие с модулем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Обновление модуля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Ошибки и их исправление</a:t>
            </a:r>
            <a:endParaRPr sz="2400"/>
          </a:p>
        </p:txBody>
      </p:sp>
      <p:pic>
        <p:nvPicPr>
          <p:cNvPr descr="https://lh7-rt.googleusercontent.com/docsz/AD_4nXfWlMerMlkZB7CVW0dU1kCiv5TlJMV0JCFE9f76mbqh06LNWwQor0pKU_ovotn5dKuZI-0AQ22zuXGCNyEaumpsmmGCgYXwAEesSzx3gfue6MypTzbr0kUXAxH7YeH8Xa6oJLFmoO9FVA1ugNoPLpexLbhiDeI?key=BQ91u43obUmQVzKc-hOIeA" id="112" name="Google Shape;1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0072" y="1628800"/>
            <a:ext cx="3217865" cy="4248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 sz="3600"/>
              <a:t>Способы подключения TrackingCam v3 к компьютеру</a:t>
            </a:r>
            <a:endParaRPr/>
          </a:p>
        </p:txBody>
      </p:sp>
      <p:sp>
        <p:nvSpPr>
          <p:cNvPr id="118" name="Google Shape;118;p6"/>
          <p:cNvSpPr txBox="1"/>
          <p:nvPr>
            <p:ph idx="1" type="body"/>
          </p:nvPr>
        </p:nvSpPr>
        <p:spPr>
          <a:xfrm>
            <a:off x="457200" y="1600200"/>
            <a:ext cx="5050904" cy="3556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Для подключения модуля к компьютера используются несколько способов подключения: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Рекомендованный и простой способ – подключение по кабелю mini USB – USB.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Подключение по Wi-Fi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Подключение по ssh: 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ssh root@192.168.42.1</a:t>
            </a:r>
            <a:endParaRPr sz="2400"/>
          </a:p>
        </p:txBody>
      </p:sp>
      <p:pic>
        <p:nvPicPr>
          <p:cNvPr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512" y="5229200"/>
            <a:ext cx="2049780" cy="1432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67744" y="5229200"/>
            <a:ext cx="6267008" cy="1432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44664" y="1340768"/>
            <a:ext cx="2790088" cy="2160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 sz="3600"/>
              <a:t>Интерфейс программного обеспечения TrackingCam v3</a:t>
            </a:r>
            <a:endParaRPr sz="3600"/>
          </a:p>
        </p:txBody>
      </p:sp>
      <p:pic>
        <p:nvPicPr>
          <p:cNvPr id="127" name="Google Shape;127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528" y="1628800"/>
            <a:ext cx="4032448" cy="2664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5976" y="1628800"/>
            <a:ext cx="4593630" cy="2703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7562" y="4293096"/>
            <a:ext cx="4008414" cy="2268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55976" y="4293096"/>
            <a:ext cx="4593630" cy="226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512" y="332656"/>
            <a:ext cx="4522697" cy="2880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6017" y="332656"/>
            <a:ext cx="4248472" cy="2880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512" y="3212976"/>
            <a:ext cx="4536505" cy="2971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16018" y="3207256"/>
            <a:ext cx="4248472" cy="2977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04" y="1844824"/>
            <a:ext cx="4824536" cy="3816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2041" y="1844824"/>
            <a:ext cx="4104456" cy="381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 sz="3600"/>
              <a:t>Получение изображения и видео</a:t>
            </a:r>
            <a:endParaRPr/>
          </a:p>
        </p:txBody>
      </p:sp>
      <p:pic>
        <p:nvPicPr>
          <p:cNvPr id="150" name="Google Shape;150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839" y="1600200"/>
            <a:ext cx="7448321" cy="4525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Итоги практики</a:t>
            </a:r>
            <a:endParaRPr/>
          </a:p>
        </p:txBody>
      </p:sp>
      <p:sp>
        <p:nvSpPr>
          <p:cNvPr id="156" name="Google Shape;156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В период прохождения практики был получен практический опыт работы с модулем технического зрения TrackingCam v3. Учебная практика включала в себя ознакомление с функционалом системы, изучение принципов её работы, отладку и обновление системы. 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Помимо работы с TrackingCam v3, были приобретены навыки в разработке и тестировании программного обеспечения с использованием платформ Google Form и Yandex Forms. 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Полученный практический опыт будет полезен в дальнейшем обучении.</a:t>
            </a:r>
            <a:br>
              <a:rPr lang="ru-RU" sz="2400"/>
            </a:b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2025-12-04T05:18:49Z</dcterms:created>
  <dc:creator>209_13</dc:creator>
</cp:coreProperties>
</file>